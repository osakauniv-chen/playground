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/>
    <p:restoredTop sz="94674"/>
  </p:normalViewPr>
  <p:slideViewPr>
    <p:cSldViewPr snapToGrid="0">
      <p:cViewPr varScale="1">
        <p:scale>
          <a:sx n="124" d="100"/>
          <a:sy n="124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8E55D-EDDF-94C9-913A-6987DE49D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179F27-E438-182A-986A-F9D2EB128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D96CE-E2FC-20F2-7AA7-C0AC36F9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126B9B-BF94-3145-3656-E361188B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75D32-75E9-D083-5B9C-7B01F86F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837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5E33F-FB06-7121-0E16-9E3BE0AA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86F5E-8017-216C-C832-4DF110589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6389A-C322-0B50-F0FC-BB318697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429C85-E1DE-A9BD-D65A-7FF9BB79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1CDBF-F327-8EAA-7EA4-A8707101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2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5F061-D292-DAAC-6124-2C89B4B4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0BB184-30F6-7CC8-BE00-7D3EA7DE6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BBC030-7EFC-C961-7358-9DA9BB38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8FC88C-067E-C127-0338-D5FB3486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E0FC13-FC12-0DEE-6FB7-8B7D09C3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158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47489-E20F-DBCB-DB91-4B01B49D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C9A6C-08EB-FC0E-2505-849D61F36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0D9B25-377B-6030-CF83-AADC06629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2B242-DE0D-5381-E469-EEB4F48B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2EE281-2D13-9399-B9AD-54F43C07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3CE0CC-8415-F687-EBFD-E6D135C9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573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CD994-8B6C-CB09-55A5-4CDC8C6A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8124C-D2E1-86A8-C7A1-A5E7C8C1A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31630E-832E-AD9F-A38D-76C27F0BF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2D6CA7-79BB-4ED5-923E-BA1C59DE6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41E274-473C-8179-B979-E6315A44E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08319A-C133-259D-C8CA-ECA80055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F72464-43B3-CB27-EEE2-2F1C8123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C87DDA-0B5E-F1B4-438C-8AAD0267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83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27214-3C65-67E5-DBEC-5C59EF23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84B155-72A2-5D5E-22EB-4F32F27E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82D3A2-B57C-FF28-9CDC-B541EC79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78A5FF-230C-210A-76BA-F9C120CE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827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C2374B-09C9-9E45-CB7A-59A7374A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D1F7E0-0F13-620F-E7DC-784FBE09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14686F-6965-F9F3-869B-B07C6053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540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B5167-5B35-13C9-401E-364E4742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4C9F2-828D-6195-B76E-BAE0D81E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369AE3-4993-C4D7-E035-BFBDDF3C1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6A1B98-8820-D9B8-ACC4-CD90AA2E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941FAC-6B55-6F24-1451-536728A2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B8F392-488A-5267-4814-DF045B35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377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28887-BECA-8F5B-B94F-2DF819A1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6FA369-EE33-139B-EAC1-E324B8D13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1C03FC-9559-3446-61E2-AD2A2C5D1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7549D8-F9A8-E6B2-A04F-272ACE37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463DD0-5CEA-E0CE-D382-3699BFAF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A80275-6072-F0BD-380F-31E0771F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180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0A818-E088-1F1B-AA8A-18AF7B61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C88AB5-6979-0015-96C0-0A52DE008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EAA54-B321-D9DA-D23B-0C970CCE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BF5EB-4BF8-C3EC-DC1C-707C1851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120C2D-1B8C-FB0E-A70E-80CE6157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157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0E00CB-9798-C93F-53A9-BCCAE50CF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2645D5-6CD3-BC6A-C3DB-1B8A5273D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3C869-12E6-CCDB-AAE9-6A247CE9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D4993D-485A-C41F-9714-61FF81F5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AB2247-9D40-D15A-29B3-5717D512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198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6689E9-ED34-CED3-3B75-D64DF45FF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3E821-BB98-261D-A038-0B60388E2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02F4A-3436-DB5C-4093-27A49BD62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3246-5E68-F54C-B459-C75596AFB6A7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0375B-0C4F-6083-3D40-F48C627B7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F16A41-4327-30E6-6DCA-E33BD9820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C3B7-A9DF-A94E-9275-F603DE6A16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240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BD1D3AA-87CA-623A-57A9-3FC064AC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7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0972367-00FE-46E9-5F26-E54FBB150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5" y="0"/>
            <a:ext cx="11989086" cy="674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7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688B5-9476-DA11-0FE8-4F7666757D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5E842B-34CF-1570-1885-8B3FFC8226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450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DA081242-0C12-F629-F147-335AF285A9BC}"/>
              </a:ext>
            </a:extLst>
          </p:cNvPr>
          <p:cNvCxnSpPr/>
          <p:nvPr/>
        </p:nvCxnSpPr>
        <p:spPr>
          <a:xfrm>
            <a:off x="503433" y="1005156"/>
            <a:ext cx="11342669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B20E34FD-6E93-CA02-1CB3-D4F630DEE2D3}"/>
              </a:ext>
            </a:extLst>
          </p:cNvPr>
          <p:cNvCxnSpPr/>
          <p:nvPr/>
        </p:nvCxnSpPr>
        <p:spPr>
          <a:xfrm>
            <a:off x="1315092" y="655834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3D0CEEF6-6E42-192E-344E-A175653A5AF5}"/>
              </a:ext>
            </a:extLst>
          </p:cNvPr>
          <p:cNvCxnSpPr/>
          <p:nvPr/>
        </p:nvCxnSpPr>
        <p:spPr>
          <a:xfrm>
            <a:off x="3946349" y="655833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E378F0F-EBA2-C83D-F6D5-C9DDEF0FF299}"/>
              </a:ext>
            </a:extLst>
          </p:cNvPr>
          <p:cNvSpPr txBox="1"/>
          <p:nvPr/>
        </p:nvSpPr>
        <p:spPr>
          <a:xfrm>
            <a:off x="62986" y="50469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Target Ground Truth</a:t>
            </a:r>
            <a:endParaRPr kumimoji="1" lang="zh-CN" altLang="en-US" b="1" dirty="0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32A75838-6563-F426-1775-11106BD9933B}"/>
              </a:ext>
            </a:extLst>
          </p:cNvPr>
          <p:cNvCxnSpPr>
            <a:cxnSpLocks/>
          </p:cNvCxnSpPr>
          <p:nvPr/>
        </p:nvCxnSpPr>
        <p:spPr>
          <a:xfrm>
            <a:off x="6564546" y="655833"/>
            <a:ext cx="0" cy="2508606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92B92F6-CEA8-59C8-72D2-811F22E1A975}"/>
              </a:ext>
            </a:extLst>
          </p:cNvPr>
          <p:cNvCxnSpPr/>
          <p:nvPr/>
        </p:nvCxnSpPr>
        <p:spPr>
          <a:xfrm>
            <a:off x="4031133" y="842480"/>
            <a:ext cx="24966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A36D611-3923-A1BF-F8E7-BFC9144C302D}"/>
              </a:ext>
            </a:extLst>
          </p:cNvPr>
          <p:cNvSpPr txBox="1"/>
          <p:nvPr/>
        </p:nvSpPr>
        <p:spPr>
          <a:xfrm>
            <a:off x="4931431" y="463143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0.25s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96F5E9-0939-E052-C49D-24F555C42EB1}"/>
              </a:ext>
            </a:extLst>
          </p:cNvPr>
          <p:cNvSpPr txBox="1"/>
          <p:nvPr/>
        </p:nvSpPr>
        <p:spPr>
          <a:xfrm>
            <a:off x="8833077" y="582475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Target Determine Cycle: 4 Hz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8A0465-B016-BEC4-B878-AA8C759943E6}"/>
              </a:ext>
            </a:extLst>
          </p:cNvPr>
          <p:cNvSpPr txBox="1"/>
          <p:nvPr/>
        </p:nvSpPr>
        <p:spPr>
          <a:xfrm>
            <a:off x="842847" y="140782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GT(t=1s)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1E9C34-CD14-3CD4-0EAA-6445D704694D}"/>
              </a:ext>
            </a:extLst>
          </p:cNvPr>
          <p:cNvSpPr txBox="1"/>
          <p:nvPr/>
        </p:nvSpPr>
        <p:spPr>
          <a:xfrm>
            <a:off x="3558888" y="1407826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GT(t=1.25s)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C5AFC7-EB0F-67D4-BD3E-D9445978108F}"/>
              </a:ext>
            </a:extLst>
          </p:cNvPr>
          <p:cNvSpPr txBox="1"/>
          <p:nvPr/>
        </p:nvSpPr>
        <p:spPr>
          <a:xfrm>
            <a:off x="6564545" y="1407826"/>
            <a:ext cx="317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GT(t=1.5s)</a:t>
            </a:r>
          </a:p>
          <a:p>
            <a:r>
              <a:rPr kumimoji="1" lang="en-US" altLang="zh-CN" dirty="0"/>
              <a:t>= </a:t>
            </a:r>
            <a:r>
              <a:rPr kumimoji="1" lang="en-US" altLang="zh-CN" dirty="0" err="1"/>
              <a:t>BeamForming</a:t>
            </a:r>
            <a:r>
              <a:rPr kumimoji="1" lang="en-US" altLang="zh-CN" dirty="0"/>
              <a:t>(t=1.04s~1.5s)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7FC8B0-6B6D-3DB6-77CE-F58B2A4D1B54}"/>
              </a:ext>
            </a:extLst>
          </p:cNvPr>
          <p:cNvSpPr/>
          <p:nvPr/>
        </p:nvSpPr>
        <p:spPr>
          <a:xfrm>
            <a:off x="1448656" y="1985479"/>
            <a:ext cx="5079097" cy="60617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Audio Segment Length 0.46 s</a:t>
            </a:r>
            <a:endParaRPr kumimoji="1" lang="zh-CN" altLang="en-US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7DBFFD1-1782-EE6D-5228-627B4F2E3B8C}"/>
              </a:ext>
            </a:extLst>
          </p:cNvPr>
          <p:cNvCxnSpPr/>
          <p:nvPr/>
        </p:nvCxnSpPr>
        <p:spPr>
          <a:xfrm>
            <a:off x="566891" y="4455559"/>
            <a:ext cx="11342669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3A84BF2-EFD7-0F8B-246C-7A0D5B7E825B}"/>
              </a:ext>
            </a:extLst>
          </p:cNvPr>
          <p:cNvSpPr txBox="1"/>
          <p:nvPr/>
        </p:nvSpPr>
        <p:spPr>
          <a:xfrm>
            <a:off x="62985" y="3390962"/>
            <a:ext cx="1010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Target of Tele (Determined by Teleoperator Head) -&gt; </a:t>
            </a:r>
            <a:r>
              <a:rPr kumimoji="1" lang="en-US" altLang="zh-CN" b="1" dirty="0" err="1"/>
              <a:t>time_delay</a:t>
            </a:r>
            <a:r>
              <a:rPr kumimoji="1" lang="en-US" altLang="zh-CN" b="1" dirty="0"/>
              <a:t> = 0.033 s</a:t>
            </a:r>
            <a:endParaRPr kumimoji="1" lang="zh-CN" altLang="en-US" b="1" dirty="0"/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5DBF8098-3B6B-0E96-B1E1-50D69A5238C5}"/>
              </a:ext>
            </a:extLst>
          </p:cNvPr>
          <p:cNvCxnSpPr/>
          <p:nvPr/>
        </p:nvCxnSpPr>
        <p:spPr>
          <a:xfrm>
            <a:off x="1315092" y="4106237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3C06F0FE-D85B-DA52-D081-EF27B5062D63}"/>
              </a:ext>
            </a:extLst>
          </p:cNvPr>
          <p:cNvCxnSpPr/>
          <p:nvPr/>
        </p:nvCxnSpPr>
        <p:spPr>
          <a:xfrm>
            <a:off x="3946349" y="4101101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3D5F895-6FAC-75D6-360E-8D64BE583C4B}"/>
              </a:ext>
            </a:extLst>
          </p:cNvPr>
          <p:cNvCxnSpPr/>
          <p:nvPr/>
        </p:nvCxnSpPr>
        <p:spPr>
          <a:xfrm>
            <a:off x="6564545" y="4065143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CB64D1F-C513-6DF6-5513-BD1FBB0A1EEA}"/>
              </a:ext>
            </a:extLst>
          </p:cNvPr>
          <p:cNvSpPr txBox="1"/>
          <p:nvPr/>
        </p:nvSpPr>
        <p:spPr>
          <a:xfrm>
            <a:off x="709798" y="491986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Tele(t=1s)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F39175-120E-9285-6B53-49665B815AF8}"/>
              </a:ext>
            </a:extLst>
          </p:cNvPr>
          <p:cNvSpPr/>
          <p:nvPr/>
        </p:nvSpPr>
        <p:spPr>
          <a:xfrm>
            <a:off x="1480379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9BFE38-E834-A5FA-8B60-A77F9B893390}"/>
              </a:ext>
            </a:extLst>
          </p:cNvPr>
          <p:cNvSpPr/>
          <p:nvPr/>
        </p:nvSpPr>
        <p:spPr>
          <a:xfrm>
            <a:off x="1756189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5F2C415-EC93-3773-86D5-A60C45317B9F}"/>
              </a:ext>
            </a:extLst>
          </p:cNvPr>
          <p:cNvSpPr/>
          <p:nvPr/>
        </p:nvSpPr>
        <p:spPr>
          <a:xfrm>
            <a:off x="2076051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C497A8-53F0-5DFF-FD3B-61B0DC70CAAE}"/>
              </a:ext>
            </a:extLst>
          </p:cNvPr>
          <p:cNvSpPr/>
          <p:nvPr/>
        </p:nvSpPr>
        <p:spPr>
          <a:xfrm>
            <a:off x="2395913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1C4250E-606F-5491-5822-C1162E71D2B5}"/>
              </a:ext>
            </a:extLst>
          </p:cNvPr>
          <p:cNvSpPr/>
          <p:nvPr/>
        </p:nvSpPr>
        <p:spPr>
          <a:xfrm>
            <a:off x="2715775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1D4AD3-2065-2D59-E46A-62B8EEF0CEFF}"/>
              </a:ext>
            </a:extLst>
          </p:cNvPr>
          <p:cNvSpPr/>
          <p:nvPr/>
        </p:nvSpPr>
        <p:spPr>
          <a:xfrm>
            <a:off x="3035637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843A36-0BED-4A41-7399-4861012E1BCB}"/>
              </a:ext>
            </a:extLst>
          </p:cNvPr>
          <p:cNvSpPr/>
          <p:nvPr/>
        </p:nvSpPr>
        <p:spPr>
          <a:xfrm>
            <a:off x="3355499" y="4188431"/>
            <a:ext cx="124216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5D4AE7-B3CE-961A-0F6C-EFDC95A34E77}"/>
              </a:ext>
            </a:extLst>
          </p:cNvPr>
          <p:cNvSpPr/>
          <p:nvPr/>
        </p:nvSpPr>
        <p:spPr>
          <a:xfrm>
            <a:off x="3675361" y="4193567"/>
            <a:ext cx="124216" cy="5239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1FC27AD-BF27-01CC-4EB9-060A78987D17}"/>
              </a:ext>
            </a:extLst>
          </p:cNvPr>
          <p:cNvSpPr txBox="1"/>
          <p:nvPr/>
        </p:nvSpPr>
        <p:spPr>
          <a:xfrm>
            <a:off x="8135770" y="4091056"/>
            <a:ext cx="360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* Head Orientation Detection</a:t>
            </a:r>
            <a:r>
              <a:rPr kumimoji="1" lang="en-US" altLang="zh-CN"/>
              <a:t>: 4ms</a:t>
            </a:r>
            <a:endParaRPr kumimoji="1" lang="en-US" altLang="zh-CN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F268E6F-34B9-6EB2-6351-743EB2F243DC}"/>
              </a:ext>
            </a:extLst>
          </p:cNvPr>
          <p:cNvSpPr txBox="1"/>
          <p:nvPr/>
        </p:nvSpPr>
        <p:spPr>
          <a:xfrm>
            <a:off x="3395904" y="4916447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Tele(t=1.25s)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CAFD4F0-597B-97F6-37C6-0237A740141F}"/>
              </a:ext>
            </a:extLst>
          </p:cNvPr>
          <p:cNvSpPr txBox="1"/>
          <p:nvPr/>
        </p:nvSpPr>
        <p:spPr>
          <a:xfrm>
            <a:off x="1734230" y="3760294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Teleoperator Head Frame (30 Hz)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4F34AE17-EAFB-869F-05DD-214073F6FB3A}"/>
              </a:ext>
            </a:extLst>
          </p:cNvPr>
          <p:cNvCxnSpPr>
            <a:cxnSpLocks/>
            <a:stCxn id="34" idx="1"/>
            <a:endCxn id="22" idx="0"/>
          </p:cNvCxnSpPr>
          <p:nvPr/>
        </p:nvCxnSpPr>
        <p:spPr>
          <a:xfrm flipH="1">
            <a:off x="1542487" y="3944960"/>
            <a:ext cx="191743" cy="243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1EFE953-0A86-42E2-9AB7-655D69DDF428}"/>
              </a:ext>
            </a:extLst>
          </p:cNvPr>
          <p:cNvSpPr txBox="1"/>
          <p:nvPr/>
        </p:nvSpPr>
        <p:spPr>
          <a:xfrm>
            <a:off x="6096000" y="4924999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Tele(t=1. 5s)</a:t>
            </a: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F822399A-3C7A-4577-8413-AB90E36EB493}"/>
              </a:ext>
            </a:extLst>
          </p:cNvPr>
          <p:cNvCxnSpPr>
            <a:cxnSpLocks/>
            <a:endCxn id="29" idx="2"/>
          </p:cNvCxnSpPr>
          <p:nvPr/>
        </p:nvCxnSpPr>
        <p:spPr>
          <a:xfrm flipH="1" flipV="1">
            <a:off x="3737469" y="4717549"/>
            <a:ext cx="503204" cy="75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16190718-1FFA-DF52-DFF7-C9830A98A02A}"/>
              </a:ext>
            </a:extLst>
          </p:cNvPr>
          <p:cNvSpPr txBox="1"/>
          <p:nvPr/>
        </p:nvSpPr>
        <p:spPr>
          <a:xfrm>
            <a:off x="4195498" y="4547115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Used for Tele(t=1.25)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8F7E18E-F35F-347A-2CF9-9519456C2258}"/>
              </a:ext>
            </a:extLst>
          </p:cNvPr>
          <p:cNvSpPr txBox="1"/>
          <p:nvPr/>
        </p:nvSpPr>
        <p:spPr>
          <a:xfrm>
            <a:off x="62985" y="5822001"/>
            <a:ext cx="1010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Target of Random (Determined by Random Sampling) -&gt; </a:t>
            </a:r>
            <a:r>
              <a:rPr kumimoji="1" lang="en-US" altLang="zh-CN" b="1" dirty="0" err="1"/>
              <a:t>time_delay</a:t>
            </a:r>
            <a:r>
              <a:rPr kumimoji="1" lang="en-US" altLang="zh-CN" b="1" dirty="0"/>
              <a:t> = 0 s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88192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1EEF78E-3954-92B4-9D36-AEC288342E8D}"/>
              </a:ext>
            </a:extLst>
          </p:cNvPr>
          <p:cNvCxnSpPr/>
          <p:nvPr/>
        </p:nvCxnSpPr>
        <p:spPr>
          <a:xfrm>
            <a:off x="503433" y="1005156"/>
            <a:ext cx="11342669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B6CC51D-F090-879E-6E87-ED326313BD8F}"/>
              </a:ext>
            </a:extLst>
          </p:cNvPr>
          <p:cNvCxnSpPr/>
          <p:nvPr/>
        </p:nvCxnSpPr>
        <p:spPr>
          <a:xfrm>
            <a:off x="1315092" y="655834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0A93D14-8EA2-3FA5-A4EF-F2474F3C847B}"/>
              </a:ext>
            </a:extLst>
          </p:cNvPr>
          <p:cNvCxnSpPr/>
          <p:nvPr/>
        </p:nvCxnSpPr>
        <p:spPr>
          <a:xfrm>
            <a:off x="3946349" y="655833"/>
            <a:ext cx="0" cy="698643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5B315B0-1F6C-B0BF-99CE-D4A1EC565FBD}"/>
              </a:ext>
            </a:extLst>
          </p:cNvPr>
          <p:cNvSpPr txBox="1"/>
          <p:nvPr/>
        </p:nvSpPr>
        <p:spPr>
          <a:xfrm>
            <a:off x="62986" y="50469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Target Ground Truth</a:t>
            </a:r>
            <a:endParaRPr kumimoji="1" lang="zh-CN" altLang="en-US" b="1" dirty="0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D706441-6A47-7F68-3DEC-2B517E8C7E4E}"/>
              </a:ext>
            </a:extLst>
          </p:cNvPr>
          <p:cNvCxnSpPr>
            <a:cxnSpLocks/>
          </p:cNvCxnSpPr>
          <p:nvPr/>
        </p:nvCxnSpPr>
        <p:spPr>
          <a:xfrm>
            <a:off x="6564546" y="655833"/>
            <a:ext cx="0" cy="2231205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D2A3A84-BCA7-FC4B-4A3D-D5CDD7CD51F8}"/>
              </a:ext>
            </a:extLst>
          </p:cNvPr>
          <p:cNvCxnSpPr/>
          <p:nvPr/>
        </p:nvCxnSpPr>
        <p:spPr>
          <a:xfrm>
            <a:off x="4031133" y="842480"/>
            <a:ext cx="24966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3F91BFD-3390-D278-4705-BA9D9491C51E}"/>
              </a:ext>
            </a:extLst>
          </p:cNvPr>
          <p:cNvSpPr txBox="1"/>
          <p:nvPr/>
        </p:nvSpPr>
        <p:spPr>
          <a:xfrm>
            <a:off x="4931431" y="463143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0.25s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CCB60C-C179-FBC4-2AB6-B7AF576FF918}"/>
              </a:ext>
            </a:extLst>
          </p:cNvPr>
          <p:cNvSpPr txBox="1"/>
          <p:nvPr/>
        </p:nvSpPr>
        <p:spPr>
          <a:xfrm>
            <a:off x="8833077" y="582475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Target Determine Cycle: 4 Hz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C76264-A458-EBAD-81F0-678ACF242491}"/>
              </a:ext>
            </a:extLst>
          </p:cNvPr>
          <p:cNvSpPr txBox="1"/>
          <p:nvPr/>
        </p:nvSpPr>
        <p:spPr>
          <a:xfrm>
            <a:off x="842847" y="140782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GT(t=1s)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5C4605-9F53-4CB6-51EE-E2C79F6DBF2D}"/>
              </a:ext>
            </a:extLst>
          </p:cNvPr>
          <p:cNvSpPr txBox="1"/>
          <p:nvPr/>
        </p:nvSpPr>
        <p:spPr>
          <a:xfrm>
            <a:off x="3558888" y="1407826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GT(t=1.25s)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75E2D7-A569-701F-AF9C-651F7DBEDA50}"/>
              </a:ext>
            </a:extLst>
          </p:cNvPr>
          <p:cNvSpPr txBox="1"/>
          <p:nvPr/>
        </p:nvSpPr>
        <p:spPr>
          <a:xfrm>
            <a:off x="6564545" y="1407826"/>
            <a:ext cx="3175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GT(t=1.5s)</a:t>
            </a:r>
          </a:p>
          <a:p>
            <a:r>
              <a:rPr kumimoji="1" lang="en-US" altLang="zh-CN" dirty="0"/>
              <a:t>= </a:t>
            </a:r>
            <a:r>
              <a:rPr kumimoji="1" lang="en-US" altLang="zh-CN" dirty="0" err="1"/>
              <a:t>BeamForming</a:t>
            </a:r>
            <a:r>
              <a:rPr kumimoji="1" lang="en-US" altLang="zh-CN" dirty="0"/>
              <a:t>(t=1.04s~1.5s)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64C940-7AA3-3E2B-2FE4-ED969467E44F}"/>
              </a:ext>
            </a:extLst>
          </p:cNvPr>
          <p:cNvSpPr/>
          <p:nvPr/>
        </p:nvSpPr>
        <p:spPr>
          <a:xfrm>
            <a:off x="1448656" y="1985479"/>
            <a:ext cx="5079097" cy="60617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Audio Segment Length 0.46 s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E36CA86-CEE1-E20D-E500-43891BAFB5D7}"/>
              </a:ext>
            </a:extLst>
          </p:cNvPr>
          <p:cNvCxnSpPr/>
          <p:nvPr/>
        </p:nvCxnSpPr>
        <p:spPr>
          <a:xfrm>
            <a:off x="566891" y="4106240"/>
            <a:ext cx="11342669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06A3810-44A9-7442-81B7-09D3FEEE29C1}"/>
              </a:ext>
            </a:extLst>
          </p:cNvPr>
          <p:cNvSpPr txBox="1"/>
          <p:nvPr/>
        </p:nvSpPr>
        <p:spPr>
          <a:xfrm>
            <a:off x="62985" y="2908081"/>
            <a:ext cx="449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Target of </a:t>
            </a:r>
            <a:r>
              <a:rPr kumimoji="1" lang="en-US" altLang="zh-CN" b="1" dirty="0" err="1"/>
              <a:t>DoA</a:t>
            </a:r>
            <a:r>
              <a:rPr kumimoji="1" lang="en-US" altLang="zh-CN" b="1" dirty="0"/>
              <a:t> -&gt; </a:t>
            </a:r>
            <a:r>
              <a:rPr kumimoji="1" lang="en-US" altLang="zh-CN" b="1" dirty="0" err="1"/>
              <a:t>time_delay</a:t>
            </a:r>
            <a:r>
              <a:rPr kumimoji="1" lang="en-US" altLang="zh-CN" b="1" dirty="0"/>
              <a:t> = 0.2 s</a:t>
            </a:r>
            <a:endParaRPr kumimoji="1" lang="zh-CN" altLang="en-US" b="1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2192678B-A4C1-0CE8-C607-8FB29978DF35}"/>
              </a:ext>
            </a:extLst>
          </p:cNvPr>
          <p:cNvCxnSpPr>
            <a:cxnSpLocks/>
          </p:cNvCxnSpPr>
          <p:nvPr/>
        </p:nvCxnSpPr>
        <p:spPr>
          <a:xfrm>
            <a:off x="1315092" y="3756918"/>
            <a:ext cx="0" cy="547954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6F5FF618-D7B3-5376-0DEF-5DDC1578E023}"/>
              </a:ext>
            </a:extLst>
          </p:cNvPr>
          <p:cNvCxnSpPr>
            <a:cxnSpLocks/>
          </p:cNvCxnSpPr>
          <p:nvPr/>
        </p:nvCxnSpPr>
        <p:spPr>
          <a:xfrm>
            <a:off x="3946349" y="3751782"/>
            <a:ext cx="0" cy="553090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D68ADA37-7BC0-DF14-4298-5C3136DCB9CD}"/>
              </a:ext>
            </a:extLst>
          </p:cNvPr>
          <p:cNvCxnSpPr>
            <a:cxnSpLocks/>
          </p:cNvCxnSpPr>
          <p:nvPr/>
        </p:nvCxnSpPr>
        <p:spPr>
          <a:xfrm>
            <a:off x="6564545" y="3715824"/>
            <a:ext cx="0" cy="2066815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B508AA6-ACD7-2CA5-AE7F-E30653E94190}"/>
              </a:ext>
            </a:extLst>
          </p:cNvPr>
          <p:cNvSpPr txBox="1"/>
          <p:nvPr/>
        </p:nvSpPr>
        <p:spPr>
          <a:xfrm>
            <a:off x="761093" y="3346492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DoA</a:t>
            </a:r>
            <a:r>
              <a:rPr kumimoji="1" lang="en-US" altLang="zh-CN" dirty="0"/>
              <a:t>(t=1s)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49AE11-3362-F185-EAD2-86D478195EFD}"/>
              </a:ext>
            </a:extLst>
          </p:cNvPr>
          <p:cNvSpPr txBox="1"/>
          <p:nvPr/>
        </p:nvSpPr>
        <p:spPr>
          <a:xfrm>
            <a:off x="3239441" y="3347025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DoA</a:t>
            </a:r>
            <a:r>
              <a:rPr kumimoji="1" lang="en-US" altLang="zh-CN" dirty="0"/>
              <a:t>(t=1.25s)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3ED3C5-9158-63FB-A61E-1863132D4DF9}"/>
              </a:ext>
            </a:extLst>
          </p:cNvPr>
          <p:cNvSpPr txBox="1"/>
          <p:nvPr/>
        </p:nvSpPr>
        <p:spPr>
          <a:xfrm>
            <a:off x="5876696" y="3315323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DoA</a:t>
            </a:r>
            <a:r>
              <a:rPr kumimoji="1" lang="en-US" altLang="zh-CN" dirty="0"/>
              <a:t>(t=1.5s) = </a:t>
            </a:r>
            <a:r>
              <a:rPr kumimoji="1" lang="en-US" altLang="zh-CN" dirty="0" err="1"/>
              <a:t>BeamForming</a:t>
            </a:r>
            <a:r>
              <a:rPr kumimoji="1" lang="en-US" altLang="zh-CN" dirty="0"/>
              <a:t>(t=0.84s~1.3s)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4741DA6-6C3B-6A65-B074-F755B5D974B0}"/>
              </a:ext>
            </a:extLst>
          </p:cNvPr>
          <p:cNvSpPr/>
          <p:nvPr/>
        </p:nvSpPr>
        <p:spPr>
          <a:xfrm>
            <a:off x="4345973" y="4355612"/>
            <a:ext cx="2181779" cy="60617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Sound Map</a:t>
            </a:r>
          </a:p>
          <a:p>
            <a:pPr algn="ctr"/>
            <a:r>
              <a:rPr kumimoji="1" lang="en-US" altLang="zh-CN" dirty="0"/>
              <a:t>Generation 0.2 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A282D02-7217-D4BD-201C-A6B25CC2E84E}"/>
              </a:ext>
            </a:extLst>
          </p:cNvPr>
          <p:cNvSpPr/>
          <p:nvPr/>
        </p:nvSpPr>
        <p:spPr>
          <a:xfrm>
            <a:off x="62985" y="4355612"/>
            <a:ext cx="4246195" cy="60617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Audio Segment Length 0.46 s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2FC69F7-6FD5-7D77-D819-BDF8D4D510DD}"/>
              </a:ext>
            </a:extLst>
          </p:cNvPr>
          <p:cNvSpPr txBox="1"/>
          <p:nvPr/>
        </p:nvSpPr>
        <p:spPr>
          <a:xfrm>
            <a:off x="9453045" y="6488668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* PSSP Prediction: 3.8ms</a:t>
            </a:r>
          </a:p>
        </p:txBody>
      </p: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211B1639-7BD8-2470-7556-7CB626D443FA}"/>
              </a:ext>
            </a:extLst>
          </p:cNvPr>
          <p:cNvCxnSpPr>
            <a:cxnSpLocks/>
          </p:cNvCxnSpPr>
          <p:nvPr/>
        </p:nvCxnSpPr>
        <p:spPr>
          <a:xfrm>
            <a:off x="3966258" y="5229549"/>
            <a:ext cx="0" cy="553090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B99C5CA5-CEAA-0D9D-224D-60662B4341FC}"/>
              </a:ext>
            </a:extLst>
          </p:cNvPr>
          <p:cNvSpPr txBox="1"/>
          <p:nvPr/>
        </p:nvSpPr>
        <p:spPr>
          <a:xfrm>
            <a:off x="3239441" y="5865735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PSSP(t=1.25s)</a:t>
            </a:r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DC88AD4E-6A1F-6BE7-B1C1-D6D3E14FFB7C}"/>
              </a:ext>
            </a:extLst>
          </p:cNvPr>
          <p:cNvCxnSpPr>
            <a:cxnSpLocks/>
          </p:cNvCxnSpPr>
          <p:nvPr/>
        </p:nvCxnSpPr>
        <p:spPr>
          <a:xfrm>
            <a:off x="1315092" y="5234685"/>
            <a:ext cx="0" cy="547954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221F58F-38B3-8739-8E0B-026D3303DF89}"/>
              </a:ext>
            </a:extLst>
          </p:cNvPr>
          <p:cNvSpPr txBox="1"/>
          <p:nvPr/>
        </p:nvSpPr>
        <p:spPr>
          <a:xfrm>
            <a:off x="674245" y="5865735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PSSP(t=1s)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8A3B552-CC9B-B079-64C6-7A8C46D38711}"/>
              </a:ext>
            </a:extLst>
          </p:cNvPr>
          <p:cNvSpPr txBox="1"/>
          <p:nvPr/>
        </p:nvSpPr>
        <p:spPr>
          <a:xfrm>
            <a:off x="5704012" y="5873309"/>
            <a:ext cx="573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PSSP(t=1.5s) = Predict ( </a:t>
            </a:r>
            <a:r>
              <a:rPr kumimoji="1" lang="en-US" altLang="zh-CN" dirty="0" err="1"/>
              <a:t>BeamForming</a:t>
            </a:r>
            <a:r>
              <a:rPr kumimoji="1" lang="en-US" altLang="zh-CN" dirty="0"/>
              <a:t>(t=0.84s~1.3s) )</a:t>
            </a:r>
          </a:p>
        </p:txBody>
      </p:sp>
    </p:spTree>
    <p:extLst>
      <p:ext uri="{BB962C8B-B14F-4D97-AF65-F5344CB8AC3E}">
        <p14:creationId xmlns:p14="http://schemas.microsoft.com/office/powerpoint/2010/main" val="65029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A21F49-EE71-937E-81F0-1083CF42112A}"/>
              </a:ext>
            </a:extLst>
          </p:cNvPr>
          <p:cNvSpPr txBox="1"/>
          <p:nvPr/>
        </p:nvSpPr>
        <p:spPr>
          <a:xfrm>
            <a:off x="133564" y="164387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VAD: 20 </a:t>
            </a:r>
            <a:r>
              <a:rPr kumimoji="1" lang="en-US" altLang="zh-CN" dirty="0" err="1"/>
              <a:t>ms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701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</TotalTime>
  <Words>243</Words>
  <Application>Microsoft Macintosh PowerPoint</Application>
  <PresentationFormat>宽屏</PresentationFormat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シチョウ チン</dc:creator>
  <cp:lastModifiedBy>シチョウ チン</cp:lastModifiedBy>
  <cp:revision>78</cp:revision>
  <dcterms:created xsi:type="dcterms:W3CDTF">2026-07-05T09:54:04Z</dcterms:created>
  <dcterms:modified xsi:type="dcterms:W3CDTF">2026-07-12T15:05:40Z</dcterms:modified>
</cp:coreProperties>
</file>